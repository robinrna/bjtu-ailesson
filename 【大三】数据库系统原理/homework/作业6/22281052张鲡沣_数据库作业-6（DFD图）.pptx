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157" autoAdjust="0"/>
    <p:restoredTop sz="94660"/>
  </p:normalViewPr>
  <p:slideViewPr>
    <p:cSldViewPr snapToGrid="0">
      <p:cViewPr>
        <p:scale>
          <a:sx n="66" d="100"/>
          <a:sy n="66" d="100"/>
        </p:scale>
        <p:origin x="1697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6E32C-F806-5492-C0D0-B4A83D1A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1841E-860A-8800-4C8D-CA1C5B69E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074B30-DA20-B6E1-5BB8-CA70E21A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E11D0-6542-9034-EC42-A4607C2E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DFB48-3BB4-EEAB-6B48-A70033C7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3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04B5A-E12F-8F56-F083-B5E900C0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EF788-16BC-6F2E-6C22-5ED7919E0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ED126-2761-27F5-C396-803C27A0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75BA6-8B78-DFBB-B573-2B748F5D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FBA65-0154-2D19-81A9-3E5F110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4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13F50-4D16-4E43-408D-0BFD6244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0C7640-75B6-1CBD-E6EB-49A1F4840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0D95B0-A689-2C8B-A460-CD39287E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793AD0-8C01-EB46-BDC5-7FE7D461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84BD9-628B-54A7-8F79-4C9698ED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67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9065C-99BA-A079-E413-002DA62F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BD25F-F1E5-9476-1169-2EDFA9925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9D761F-B948-C937-B16F-3D2FA8866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8F301F-0EB4-5957-2C22-25AD4A3A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D52406-DFA9-794D-361B-7B00DDF6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88DB78-77C6-CFAC-014F-0465A051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63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46E90-AF13-AF48-E77D-7F03616F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2DC16A-A597-A0A1-9C30-B15D793DF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C39593-6E60-C4D3-4E74-77DCD5088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0F843F-F3D9-0C38-A3FB-0FC1C875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AA72C-B5B3-B89A-02A1-2E0369FA1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FB7A4B-D06B-70BB-29F9-9A94ED3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3A3950-07FE-6A92-32A7-472B0BD5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E3663C-85EA-D2E3-46AB-976A96AC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8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613DA-7354-5805-52D9-AD30992B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5030EE-6946-BA7E-FD6F-413D261E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EFB579-3C34-AE38-A6D4-0D6816BD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71B939-7210-9A69-D036-3BB1346D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26A1E0-4629-3980-C7FD-F2E0AD4E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9D4632-3B51-E771-B68B-01F8AC8A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6F38E-EC06-5F01-FC83-EB4DDC55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08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0DF75-4937-64DD-313F-58BFE441A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390A1-B0ED-5F9F-771A-7C1FA7A9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B27850-C22A-17AE-14D6-28BAE7C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C7FA06-0C7B-3ABF-A759-CBB526D4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91475A-9E69-956B-647C-AE1C3BC8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94DD7B-D31C-1337-D842-5C4DF425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5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08272-F64D-FE72-5C9C-242E3D6E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304427-17FE-5045-769F-74739B195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AD4964-50BC-3E75-BF99-117BC29E0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1F6D8-DCAE-5C50-5276-327F17FD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4C5CB2-EE9F-539C-2818-93431E9E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03AF3C-F856-2985-CAA4-7CA6302A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10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38E6A-D4D7-77E1-1E71-49C65886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92823D-0A49-17CB-3F85-DDAA0069B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F7820-F46E-1513-1C5D-6AA73E41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0E7807-C97E-F0A0-0E58-89D2D682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DC6BB1-D8F1-FFAF-2661-2CD26AB0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78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F4AF2B-F64F-030E-1B1B-EB0F81330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480899-B9C1-04ED-B372-A1B82F8E3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582F97-4993-BB82-9C22-A2F34F20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7F1F3-1675-3F5D-F073-E9422AAA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2733C-4465-066C-A9B5-F6EFE22C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33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C083C-D61C-44EA-6C49-607653B5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F526B-EC80-9728-1282-0B26D4A5E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DC636A-4798-2F3A-A1DD-05376E645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9EB14-8616-4C82-9A89-11C25359E86E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EC15A7-9B40-06A7-1CBB-AAE4E90D5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BAF78D-67E5-3310-4F1C-8622A9C51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16B1D-0455-4D03-90E2-2568450EB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5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ADD07457-84B5-761F-46C0-26CCFF3F0BEF}"/>
              </a:ext>
            </a:extLst>
          </p:cNvPr>
          <p:cNvSpPr/>
          <p:nvPr/>
        </p:nvSpPr>
        <p:spPr>
          <a:xfrm>
            <a:off x="344245" y="768407"/>
            <a:ext cx="11564470" cy="212651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对话气泡: 矩形 111">
            <a:extLst>
              <a:ext uri="{FF2B5EF4-FFF2-40B4-BE49-F238E27FC236}">
                <a16:creationId xmlns:a16="http://schemas.microsoft.com/office/drawing/2014/main" id="{6DC6616A-52AC-F83A-B085-8FB62E62D558}"/>
              </a:ext>
            </a:extLst>
          </p:cNvPr>
          <p:cNvSpPr/>
          <p:nvPr/>
        </p:nvSpPr>
        <p:spPr>
          <a:xfrm>
            <a:off x="344244" y="2997950"/>
            <a:ext cx="11564469" cy="3218355"/>
          </a:xfrm>
          <a:prstGeom prst="wedgeRectCallout">
            <a:avLst>
              <a:gd name="adj1" fmla="val 1949"/>
              <a:gd name="adj2" fmla="val -64013"/>
            </a:avLst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84F069-F9D8-5714-A485-D48E6018BD9D}"/>
              </a:ext>
            </a:extLst>
          </p:cNvPr>
          <p:cNvSpPr/>
          <p:nvPr/>
        </p:nvSpPr>
        <p:spPr>
          <a:xfrm>
            <a:off x="1005840" y="1401163"/>
            <a:ext cx="1944961" cy="11147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外部乘客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AE4473-48CF-A07B-B049-7A049B8FC8A1}"/>
              </a:ext>
            </a:extLst>
          </p:cNvPr>
          <p:cNvSpPr/>
          <p:nvPr/>
        </p:nvSpPr>
        <p:spPr>
          <a:xfrm>
            <a:off x="4842374" y="1408806"/>
            <a:ext cx="2204927" cy="1107074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航易行系统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0D1076F-1481-8FB7-6120-110CAA1AABC3}"/>
              </a:ext>
            </a:extLst>
          </p:cNvPr>
          <p:cNvCxnSpPr>
            <a:cxnSpLocks/>
          </p:cNvCxnSpPr>
          <p:nvPr/>
        </p:nvCxnSpPr>
        <p:spPr>
          <a:xfrm>
            <a:off x="2959236" y="1534673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B930BF7-8A6E-CEBF-65DC-E453AB3F2DBB}"/>
              </a:ext>
            </a:extLst>
          </p:cNvPr>
          <p:cNvSpPr/>
          <p:nvPr/>
        </p:nvSpPr>
        <p:spPr>
          <a:xfrm>
            <a:off x="8953321" y="1388384"/>
            <a:ext cx="1931624" cy="59946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25"/>
              </a:spcAft>
            </a:pP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内部用户</a:t>
            </a:r>
            <a:endParaRPr lang="en-US" altLang="zh-CN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225"/>
              </a:spcAft>
            </a:pPr>
            <a:r>
              <a:rPr lang="zh-CN" altLang="en-US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客服人员、运营人员</a:t>
            </a:r>
            <a:r>
              <a:rPr lang="en-US" altLang="zh-CN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8474DF-3F10-93F8-9F14-601EB0738F16}"/>
              </a:ext>
            </a:extLst>
          </p:cNvPr>
          <p:cNvSpPr/>
          <p:nvPr/>
        </p:nvSpPr>
        <p:spPr>
          <a:xfrm>
            <a:off x="8953321" y="2064346"/>
            <a:ext cx="1931623" cy="39502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25"/>
              </a:spcAft>
            </a:pP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支付网关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F87E9F-80B5-6C23-86C0-99F62A22C92B}"/>
              </a:ext>
            </a:extLst>
          </p:cNvPr>
          <p:cNvSpPr/>
          <p:nvPr/>
        </p:nvSpPr>
        <p:spPr>
          <a:xfrm>
            <a:off x="5199205" y="830934"/>
            <a:ext cx="1953396" cy="33378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25"/>
              </a:spcAft>
            </a:pPr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外部航班数据源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EE93CC3-B4CC-7F3D-5E4E-973173D38C03}"/>
              </a:ext>
            </a:extLst>
          </p:cNvPr>
          <p:cNvCxnSpPr>
            <a:cxnSpLocks/>
          </p:cNvCxnSpPr>
          <p:nvPr/>
        </p:nvCxnSpPr>
        <p:spPr>
          <a:xfrm flipH="1">
            <a:off x="2959236" y="1647885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BEEE101-A5FC-AD67-21BD-BAB4B5E4DE7F}"/>
              </a:ext>
            </a:extLst>
          </p:cNvPr>
          <p:cNvSpPr txBox="1"/>
          <p:nvPr/>
        </p:nvSpPr>
        <p:spPr>
          <a:xfrm>
            <a:off x="3075927" y="1355469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用户凭据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C492F7-26F5-C689-04E1-4107326E84C6}"/>
              </a:ext>
            </a:extLst>
          </p:cNvPr>
          <p:cNvSpPr txBox="1"/>
          <p:nvPr/>
        </p:nvSpPr>
        <p:spPr>
          <a:xfrm>
            <a:off x="3061412" y="1634700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7A2B2F0-95F0-0613-8480-3561F7016441}"/>
              </a:ext>
            </a:extLst>
          </p:cNvPr>
          <p:cNvCxnSpPr>
            <a:cxnSpLocks/>
          </p:cNvCxnSpPr>
          <p:nvPr/>
        </p:nvCxnSpPr>
        <p:spPr>
          <a:xfrm>
            <a:off x="2959236" y="1954938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B720CD8-2CBD-F262-87CF-73181673D2B3}"/>
              </a:ext>
            </a:extLst>
          </p:cNvPr>
          <p:cNvCxnSpPr>
            <a:cxnSpLocks/>
          </p:cNvCxnSpPr>
          <p:nvPr/>
        </p:nvCxnSpPr>
        <p:spPr>
          <a:xfrm flipH="1">
            <a:off x="2959236" y="2068150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7494CDA-3F2D-E757-4AEC-5C6FDCF61885}"/>
              </a:ext>
            </a:extLst>
          </p:cNvPr>
          <p:cNvSpPr txBox="1"/>
          <p:nvPr/>
        </p:nvSpPr>
        <p:spPr>
          <a:xfrm>
            <a:off x="3075927" y="1775734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个人资料信息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17A3B6-9CE3-266E-A24D-9BB46EF707D3}"/>
              </a:ext>
            </a:extLst>
          </p:cNvPr>
          <p:cNvSpPr txBox="1"/>
          <p:nvPr/>
        </p:nvSpPr>
        <p:spPr>
          <a:xfrm>
            <a:off x="3061412" y="2054965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个人资料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77C3388-5666-E021-4F1E-58AD1078261F}"/>
              </a:ext>
            </a:extLst>
          </p:cNvPr>
          <p:cNvCxnSpPr>
            <a:cxnSpLocks/>
          </p:cNvCxnSpPr>
          <p:nvPr/>
        </p:nvCxnSpPr>
        <p:spPr>
          <a:xfrm>
            <a:off x="2966493" y="2368896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E81432E-B14D-0484-472F-0A390E9D284E}"/>
              </a:ext>
            </a:extLst>
          </p:cNvPr>
          <p:cNvCxnSpPr>
            <a:cxnSpLocks/>
          </p:cNvCxnSpPr>
          <p:nvPr/>
        </p:nvCxnSpPr>
        <p:spPr>
          <a:xfrm flipH="1">
            <a:off x="2966493" y="2482108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78D1706-577F-89C3-8055-0EA5614D929D}"/>
              </a:ext>
            </a:extLst>
          </p:cNvPr>
          <p:cNvSpPr txBox="1"/>
          <p:nvPr/>
        </p:nvSpPr>
        <p:spPr>
          <a:xfrm>
            <a:off x="3083184" y="2189692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航班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机场查询参数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BDCBBD-A84E-A262-6290-68DB3FC22E36}"/>
              </a:ext>
            </a:extLst>
          </p:cNvPr>
          <p:cNvSpPr txBox="1"/>
          <p:nvPr/>
        </p:nvSpPr>
        <p:spPr>
          <a:xfrm>
            <a:off x="3068669" y="2468923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航班信息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实时状态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机场状态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10C0848-0B69-B506-211A-9B5FDC6B42C5}"/>
              </a:ext>
            </a:extLst>
          </p:cNvPr>
          <p:cNvGrpSpPr/>
          <p:nvPr/>
        </p:nvGrpSpPr>
        <p:grpSpPr>
          <a:xfrm>
            <a:off x="2651760" y="1145991"/>
            <a:ext cx="2499360" cy="268777"/>
            <a:chOff x="2766332" y="182336"/>
            <a:chExt cx="2197554" cy="264242"/>
          </a:xfrm>
        </p:grpSpPr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5195AA0-ABA2-0B10-4ED5-86E3CE17C10A}"/>
                </a:ext>
              </a:extLst>
            </p:cNvPr>
            <p:cNvCxnSpPr>
              <a:cxnSpLocks/>
            </p:cNvCxnSpPr>
            <p:nvPr/>
          </p:nvCxnSpPr>
          <p:spPr>
            <a:xfrm>
              <a:off x="4950823" y="195941"/>
              <a:ext cx="0" cy="2506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3829516-1A57-D1C9-BE55-88E17880BE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43431C2A-E539-FF93-FC36-890AAEFA731E}"/>
                </a:ext>
              </a:extLst>
            </p:cNvPr>
            <p:cNvCxnSpPr/>
            <p:nvPr/>
          </p:nvCxnSpPr>
          <p:spPr>
            <a:xfrm>
              <a:off x="2766332" y="182336"/>
              <a:ext cx="0" cy="2506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80B71DF-9CB4-A3A1-6BDD-7E3030D8EBE0}"/>
              </a:ext>
            </a:extLst>
          </p:cNvPr>
          <p:cNvGrpSpPr/>
          <p:nvPr/>
        </p:nvGrpSpPr>
        <p:grpSpPr>
          <a:xfrm flipH="1">
            <a:off x="2761195" y="1208966"/>
            <a:ext cx="2285420" cy="195850"/>
            <a:chOff x="2766332" y="182336"/>
            <a:chExt cx="2197554" cy="264242"/>
          </a:xfrm>
        </p:grpSpPr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BC9CC6E4-530B-D305-91BD-A76F9B4E96E5}"/>
                </a:ext>
              </a:extLst>
            </p:cNvPr>
            <p:cNvCxnSpPr>
              <a:cxnSpLocks/>
            </p:cNvCxnSpPr>
            <p:nvPr/>
          </p:nvCxnSpPr>
          <p:spPr>
            <a:xfrm>
              <a:off x="4950823" y="195941"/>
              <a:ext cx="0" cy="2506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878868C-A087-F71D-F979-421239A670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1DDC238-6F2E-0165-000F-E7B991DB528A}"/>
                </a:ext>
              </a:extLst>
            </p:cNvPr>
            <p:cNvCxnSpPr/>
            <p:nvPr/>
          </p:nvCxnSpPr>
          <p:spPr>
            <a:xfrm>
              <a:off x="2766332" y="182336"/>
              <a:ext cx="0" cy="2506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33BE8764-2DA3-1CBC-2527-3DA6DB7685DE}"/>
              </a:ext>
            </a:extLst>
          </p:cNvPr>
          <p:cNvSpPr txBox="1"/>
          <p:nvPr/>
        </p:nvSpPr>
        <p:spPr>
          <a:xfrm>
            <a:off x="3083184" y="960956"/>
            <a:ext cx="1629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行程</a:t>
            </a:r>
            <a:r>
              <a:rPr lang="en-US" altLang="zh-CN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订单</a:t>
            </a:r>
            <a:r>
              <a:rPr lang="en-US" altLang="zh-CN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机票查看请求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BCC383A-114C-B69D-F70E-72F50539EA93}"/>
              </a:ext>
            </a:extLst>
          </p:cNvPr>
          <p:cNvSpPr txBox="1"/>
          <p:nvPr/>
        </p:nvSpPr>
        <p:spPr>
          <a:xfrm>
            <a:off x="3089333" y="1188526"/>
            <a:ext cx="1629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行程</a:t>
            </a:r>
            <a:r>
              <a:rPr lang="en-US" altLang="zh-CN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订单</a:t>
            </a:r>
            <a:r>
              <a:rPr lang="en-US" altLang="zh-CN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8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机票详情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0295A6E5-E485-8354-319C-CC9A4652D3C7}"/>
              </a:ext>
            </a:extLst>
          </p:cNvPr>
          <p:cNvGrpSpPr/>
          <p:nvPr/>
        </p:nvGrpSpPr>
        <p:grpSpPr>
          <a:xfrm flipV="1">
            <a:off x="2583724" y="2522310"/>
            <a:ext cx="2499360" cy="200055"/>
            <a:chOff x="2766332" y="182336"/>
            <a:chExt cx="2197554" cy="264242"/>
          </a:xfrm>
        </p:grpSpPr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3C4656A0-A52B-AEBB-3185-A98CDD50A89C}"/>
                </a:ext>
              </a:extLst>
            </p:cNvPr>
            <p:cNvCxnSpPr>
              <a:cxnSpLocks/>
            </p:cNvCxnSpPr>
            <p:nvPr/>
          </p:nvCxnSpPr>
          <p:spPr>
            <a:xfrm>
              <a:off x="4950823" y="195941"/>
              <a:ext cx="0" cy="2506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B44C4CE-64E2-2CD3-06F2-1BAB2810D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A90B3ED-7ED9-D745-D1E5-E46F1E548C39}"/>
                </a:ext>
              </a:extLst>
            </p:cNvPr>
            <p:cNvCxnSpPr/>
            <p:nvPr/>
          </p:nvCxnSpPr>
          <p:spPr>
            <a:xfrm>
              <a:off x="2766332" y="182336"/>
              <a:ext cx="0" cy="2506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D051990E-A1E8-B3A1-089E-8804D3ABD5CF}"/>
              </a:ext>
            </a:extLst>
          </p:cNvPr>
          <p:cNvSpPr txBox="1"/>
          <p:nvPr/>
        </p:nvSpPr>
        <p:spPr>
          <a:xfrm>
            <a:off x="3083903" y="2700980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购票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支付指令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4FF3D256-6BC1-379B-9A8E-E2FF3EC4A687}"/>
              </a:ext>
            </a:extLst>
          </p:cNvPr>
          <p:cNvCxnSpPr>
            <a:cxnSpLocks/>
          </p:cNvCxnSpPr>
          <p:nvPr/>
        </p:nvCxnSpPr>
        <p:spPr>
          <a:xfrm>
            <a:off x="7069142" y="1424894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8022C608-0C3C-4394-C8E6-6E1E9CC51611}"/>
              </a:ext>
            </a:extLst>
          </p:cNvPr>
          <p:cNvCxnSpPr>
            <a:cxnSpLocks/>
          </p:cNvCxnSpPr>
          <p:nvPr/>
        </p:nvCxnSpPr>
        <p:spPr>
          <a:xfrm flipH="1">
            <a:off x="7069142" y="1538106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168C57DD-7DA8-23A3-4432-4650095A29F5}"/>
              </a:ext>
            </a:extLst>
          </p:cNvPr>
          <p:cNvSpPr txBox="1"/>
          <p:nvPr/>
        </p:nvSpPr>
        <p:spPr>
          <a:xfrm>
            <a:off x="7185833" y="1245690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3DB34B9-FEC1-BF5A-ADEF-27EAF5C2508F}"/>
              </a:ext>
            </a:extLst>
          </p:cNvPr>
          <p:cNvSpPr txBox="1"/>
          <p:nvPr/>
        </p:nvSpPr>
        <p:spPr>
          <a:xfrm>
            <a:off x="7171318" y="1524921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内部用户凭据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2883EC4-187F-352B-D6B4-D008C3125676}"/>
              </a:ext>
            </a:extLst>
          </p:cNvPr>
          <p:cNvCxnSpPr>
            <a:cxnSpLocks/>
          </p:cNvCxnSpPr>
          <p:nvPr/>
        </p:nvCxnSpPr>
        <p:spPr>
          <a:xfrm>
            <a:off x="7069142" y="1854652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015E920-031F-F276-26E1-159901570EAF}"/>
              </a:ext>
            </a:extLst>
          </p:cNvPr>
          <p:cNvCxnSpPr>
            <a:cxnSpLocks/>
          </p:cNvCxnSpPr>
          <p:nvPr/>
        </p:nvCxnSpPr>
        <p:spPr>
          <a:xfrm flipH="1">
            <a:off x="7069142" y="1967864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7FD5C1B0-D501-DA2F-7004-E59229F5EB31}"/>
              </a:ext>
            </a:extLst>
          </p:cNvPr>
          <p:cNvSpPr txBox="1"/>
          <p:nvPr/>
        </p:nvSpPr>
        <p:spPr>
          <a:xfrm>
            <a:off x="7185833" y="1675448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内部查询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监控结果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A120672-FEA4-DCD6-7FD0-8F54C5870159}"/>
              </a:ext>
            </a:extLst>
          </p:cNvPr>
          <p:cNvSpPr txBox="1"/>
          <p:nvPr/>
        </p:nvSpPr>
        <p:spPr>
          <a:xfrm>
            <a:off x="7171318" y="1954679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内部查询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监控请求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7E16052A-61C9-02CC-9E9F-A5B922A78CA1}"/>
              </a:ext>
            </a:extLst>
          </p:cNvPr>
          <p:cNvCxnSpPr>
            <a:cxnSpLocks/>
          </p:cNvCxnSpPr>
          <p:nvPr/>
        </p:nvCxnSpPr>
        <p:spPr>
          <a:xfrm>
            <a:off x="7069074" y="2283943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DA1F7B6-2B75-D470-8D50-0A1A6A79AA18}"/>
              </a:ext>
            </a:extLst>
          </p:cNvPr>
          <p:cNvCxnSpPr>
            <a:cxnSpLocks/>
          </p:cNvCxnSpPr>
          <p:nvPr/>
        </p:nvCxnSpPr>
        <p:spPr>
          <a:xfrm flipH="1">
            <a:off x="7069074" y="2397155"/>
            <a:ext cx="18624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77693AF7-E944-5481-A66D-12F8F89C4620}"/>
              </a:ext>
            </a:extLst>
          </p:cNvPr>
          <p:cNvSpPr txBox="1"/>
          <p:nvPr/>
        </p:nvSpPr>
        <p:spPr>
          <a:xfrm>
            <a:off x="7185765" y="2104739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支付结果通知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9CE03C6-536B-AFF6-93B6-64A3C558E355}"/>
              </a:ext>
            </a:extLst>
          </p:cNvPr>
          <p:cNvSpPr txBox="1"/>
          <p:nvPr/>
        </p:nvSpPr>
        <p:spPr>
          <a:xfrm>
            <a:off x="7171250" y="2383970"/>
            <a:ext cx="162909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支付请求信息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77188B4-6C4D-7093-DD25-73384F074192}"/>
              </a:ext>
            </a:extLst>
          </p:cNvPr>
          <p:cNvCxnSpPr>
            <a:cxnSpLocks/>
          </p:cNvCxnSpPr>
          <p:nvPr/>
        </p:nvCxnSpPr>
        <p:spPr>
          <a:xfrm>
            <a:off x="6175903" y="1188526"/>
            <a:ext cx="0" cy="2124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E6FDA5E-FDED-5B4E-C9CA-282D0C16F28D}"/>
              </a:ext>
            </a:extLst>
          </p:cNvPr>
          <p:cNvSpPr txBox="1"/>
          <p:nvPr/>
        </p:nvSpPr>
        <p:spPr>
          <a:xfrm>
            <a:off x="6120450" y="1192600"/>
            <a:ext cx="92043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实时航班动态数据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DFA2DF5-98B8-5650-B7E7-4B1D7E1FB20A}"/>
              </a:ext>
            </a:extLst>
          </p:cNvPr>
          <p:cNvSpPr/>
          <p:nvPr/>
        </p:nvSpPr>
        <p:spPr>
          <a:xfrm>
            <a:off x="5097591" y="3075219"/>
            <a:ext cx="1250940" cy="791072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用户账户与认证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84A35E9-C249-BF39-6875-F23DEF5A10B4}"/>
              </a:ext>
            </a:extLst>
          </p:cNvPr>
          <p:cNvSpPr/>
          <p:nvPr/>
        </p:nvSpPr>
        <p:spPr>
          <a:xfrm>
            <a:off x="2769321" y="4854486"/>
            <a:ext cx="1250940" cy="791072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航班信息处理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1D2653DD-0332-693D-E14F-3760A89CA8DA}"/>
              </a:ext>
            </a:extLst>
          </p:cNvPr>
          <p:cNvSpPr/>
          <p:nvPr/>
        </p:nvSpPr>
        <p:spPr>
          <a:xfrm>
            <a:off x="7516693" y="4825296"/>
            <a:ext cx="1250940" cy="791072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行程与订单管理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430B0F22-2045-CF9D-098A-4ABCF2FEF63E}"/>
              </a:ext>
            </a:extLst>
          </p:cNvPr>
          <p:cNvSpPr/>
          <p:nvPr/>
        </p:nvSpPr>
        <p:spPr>
          <a:xfrm>
            <a:off x="9899874" y="4217211"/>
            <a:ext cx="1250940" cy="791072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支付处理 </a:t>
            </a:r>
            <a:endParaRPr lang="en-US" altLang="zh-CN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从外部支付网关拆分而来</a:t>
            </a:r>
            <a:r>
              <a:rPr lang="en-US" altLang="zh-CN" sz="12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4234FA4-E3E3-E601-4152-282CF7A582D1}"/>
              </a:ext>
            </a:extLst>
          </p:cNvPr>
          <p:cNvSpPr/>
          <p:nvPr/>
        </p:nvSpPr>
        <p:spPr>
          <a:xfrm>
            <a:off x="5162072" y="4932607"/>
            <a:ext cx="1212810" cy="63457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外部乘客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FDC764E9-12C5-16DD-660D-C19C7ECC06E8}"/>
              </a:ext>
            </a:extLst>
          </p:cNvPr>
          <p:cNvSpPr/>
          <p:nvPr/>
        </p:nvSpPr>
        <p:spPr>
          <a:xfrm>
            <a:off x="9913056" y="5396952"/>
            <a:ext cx="1212810" cy="63457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支付网关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C0B092D-D5E4-AE2B-8ECC-92CB4BA648B3}"/>
              </a:ext>
            </a:extLst>
          </p:cNvPr>
          <p:cNvSpPr/>
          <p:nvPr/>
        </p:nvSpPr>
        <p:spPr>
          <a:xfrm>
            <a:off x="3615002" y="3717056"/>
            <a:ext cx="1212810" cy="63457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外部航班数据源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AAAC71EC-003B-B52C-0997-A2951A1EC25E}"/>
              </a:ext>
            </a:extLst>
          </p:cNvPr>
          <p:cNvSpPr/>
          <p:nvPr/>
        </p:nvSpPr>
        <p:spPr>
          <a:xfrm>
            <a:off x="922006" y="3107721"/>
            <a:ext cx="1212810" cy="63457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内部用户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5E842B6C-73B5-E2D1-C86B-B5655AC540D4}"/>
              </a:ext>
            </a:extLst>
          </p:cNvPr>
          <p:cNvCxnSpPr>
            <a:cxnSpLocks/>
          </p:cNvCxnSpPr>
          <p:nvPr/>
        </p:nvCxnSpPr>
        <p:spPr>
          <a:xfrm flipV="1">
            <a:off x="2164722" y="3405788"/>
            <a:ext cx="2867585" cy="99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1A38D38C-2609-C6C6-ADAD-160868DAC024}"/>
              </a:ext>
            </a:extLst>
          </p:cNvPr>
          <p:cNvCxnSpPr>
            <a:cxnSpLocks/>
          </p:cNvCxnSpPr>
          <p:nvPr/>
        </p:nvCxnSpPr>
        <p:spPr>
          <a:xfrm flipH="1">
            <a:off x="2164722" y="3519000"/>
            <a:ext cx="28675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6D899B8-E7BA-3D0C-0F50-12B6B0C70962}"/>
              </a:ext>
            </a:extLst>
          </p:cNvPr>
          <p:cNvSpPr txBox="1"/>
          <p:nvPr/>
        </p:nvSpPr>
        <p:spPr>
          <a:xfrm>
            <a:off x="3086610" y="3218918"/>
            <a:ext cx="9796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内部用户凭据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F666C889-6E7A-BF43-D050-1EB8AB760A0B}"/>
              </a:ext>
            </a:extLst>
          </p:cNvPr>
          <p:cNvSpPr txBox="1"/>
          <p:nvPr/>
        </p:nvSpPr>
        <p:spPr>
          <a:xfrm>
            <a:off x="3048925" y="3505815"/>
            <a:ext cx="10137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BD177FA4-F0D5-6906-8231-FBF55C5E3478}"/>
              </a:ext>
            </a:extLst>
          </p:cNvPr>
          <p:cNvGrpSpPr/>
          <p:nvPr/>
        </p:nvGrpSpPr>
        <p:grpSpPr>
          <a:xfrm>
            <a:off x="7436076" y="3191768"/>
            <a:ext cx="1289897" cy="525236"/>
            <a:chOff x="4771675" y="2903764"/>
            <a:chExt cx="1289897" cy="525236"/>
          </a:xfrm>
        </p:grpSpPr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B1F321A-9A0A-9FC3-A797-23FD5DF09602}"/>
                </a:ext>
              </a:extLst>
            </p:cNvPr>
            <p:cNvSpPr txBox="1"/>
            <p:nvPr/>
          </p:nvSpPr>
          <p:spPr>
            <a:xfrm>
              <a:off x="4826980" y="2936339"/>
              <a:ext cx="1164771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用户数据</a:t>
              </a:r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存储乘客账户信息</a:t>
              </a:r>
              <a:r>
                <a:rPr lang="en-US" altLang="zh-CN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BA64BD75-2325-3E23-F78B-3D5EF14F7BCE}"/>
                </a:ext>
              </a:extLst>
            </p:cNvPr>
            <p:cNvCxnSpPr>
              <a:cxnSpLocks/>
            </p:cNvCxnSpPr>
            <p:nvPr/>
          </p:nvCxnSpPr>
          <p:spPr>
            <a:xfrm>
              <a:off x="4771675" y="2917953"/>
              <a:ext cx="12753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C320EE99-558B-0926-6017-55F472BB3D5C}"/>
                </a:ext>
              </a:extLst>
            </p:cNvPr>
            <p:cNvCxnSpPr>
              <a:cxnSpLocks/>
            </p:cNvCxnSpPr>
            <p:nvPr/>
          </p:nvCxnSpPr>
          <p:spPr>
            <a:xfrm>
              <a:off x="4771675" y="3414166"/>
              <a:ext cx="128989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0FF78757-9BFE-06DA-021B-B5D7D7E3399C}"/>
                </a:ext>
              </a:extLst>
            </p:cNvPr>
            <p:cNvCxnSpPr>
              <a:cxnSpLocks/>
            </p:cNvCxnSpPr>
            <p:nvPr/>
          </p:nvCxnSpPr>
          <p:spPr>
            <a:xfrm>
              <a:off x="4771675" y="2903764"/>
              <a:ext cx="0" cy="5252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F0E772CA-8A7B-480B-BF6B-D95DB67A847C}"/>
              </a:ext>
            </a:extLst>
          </p:cNvPr>
          <p:cNvGrpSpPr/>
          <p:nvPr/>
        </p:nvGrpSpPr>
        <p:grpSpPr>
          <a:xfrm>
            <a:off x="9893378" y="3162390"/>
            <a:ext cx="1289897" cy="525236"/>
            <a:chOff x="8944557" y="4533146"/>
            <a:chExt cx="1289897" cy="525236"/>
          </a:xfrm>
        </p:grpSpPr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AD83203-1A4D-AC46-5338-E149BF9ED1C1}"/>
                </a:ext>
              </a:extLst>
            </p:cNvPr>
            <p:cNvSpPr txBox="1"/>
            <p:nvPr/>
          </p:nvSpPr>
          <p:spPr>
            <a:xfrm>
              <a:off x="8999862" y="4567184"/>
              <a:ext cx="1164771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交易数据</a:t>
              </a:r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存储订单、机票</a:t>
              </a:r>
              <a:r>
                <a:rPr lang="en-US" altLang="zh-CN" sz="9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E55462E5-EB3F-6E9D-9688-467AEABC2AB5}"/>
                </a:ext>
              </a:extLst>
            </p:cNvPr>
            <p:cNvCxnSpPr>
              <a:cxnSpLocks/>
            </p:cNvCxnSpPr>
            <p:nvPr/>
          </p:nvCxnSpPr>
          <p:spPr>
            <a:xfrm>
              <a:off x="8944557" y="4548798"/>
              <a:ext cx="12753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46349F8E-6C0D-6AFB-AC5E-407DDACB57D5}"/>
                </a:ext>
              </a:extLst>
            </p:cNvPr>
            <p:cNvCxnSpPr>
              <a:cxnSpLocks/>
            </p:cNvCxnSpPr>
            <p:nvPr/>
          </p:nvCxnSpPr>
          <p:spPr>
            <a:xfrm>
              <a:off x="8944557" y="5045011"/>
              <a:ext cx="128989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4AE45527-C711-A35B-72AB-560A2E4DCD97}"/>
                </a:ext>
              </a:extLst>
            </p:cNvPr>
            <p:cNvCxnSpPr>
              <a:cxnSpLocks/>
            </p:cNvCxnSpPr>
            <p:nvPr/>
          </p:nvCxnSpPr>
          <p:spPr>
            <a:xfrm>
              <a:off x="8958007" y="4533146"/>
              <a:ext cx="0" cy="5252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6A364003-9CF4-6026-2DEB-19E1003181E7}"/>
              </a:ext>
            </a:extLst>
          </p:cNvPr>
          <p:cNvGrpSpPr/>
          <p:nvPr/>
        </p:nvGrpSpPr>
        <p:grpSpPr>
          <a:xfrm>
            <a:off x="1672644" y="3809090"/>
            <a:ext cx="1289897" cy="525236"/>
            <a:chOff x="9628179" y="3858988"/>
            <a:chExt cx="1289897" cy="525236"/>
          </a:xfrm>
        </p:grpSpPr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1B1EB461-9CD6-8B2A-33D8-83CF399FC616}"/>
                </a:ext>
              </a:extLst>
            </p:cNvPr>
            <p:cNvGrpSpPr/>
            <p:nvPr/>
          </p:nvGrpSpPr>
          <p:grpSpPr>
            <a:xfrm>
              <a:off x="9628179" y="3873395"/>
              <a:ext cx="1289897" cy="510829"/>
              <a:chOff x="1786030" y="4570151"/>
              <a:chExt cx="1289897" cy="510829"/>
            </a:xfrm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2C3B76F-4C4D-7C38-2139-1A759ECABA74}"/>
                  </a:ext>
                </a:extLst>
              </p:cNvPr>
              <p:cNvSpPr txBox="1"/>
              <p:nvPr/>
            </p:nvSpPr>
            <p:spPr>
              <a:xfrm>
                <a:off x="1841335" y="4588537"/>
                <a:ext cx="116477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航班数据</a:t>
                </a:r>
                <a:endPara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600" b="1" i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600" b="1" i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存储机场、航司、航班计划、实时状态</a:t>
                </a:r>
                <a:r>
                  <a:rPr lang="en-US" altLang="zh-CN" sz="600" b="1" i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90D870C2-8C3C-BDF3-3835-9BF0685E5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030" y="4570151"/>
                <a:ext cx="127538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98356C3F-B5A6-074C-20BB-FDFFAC128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030" y="5066364"/>
                <a:ext cx="1289897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35B8371B-AC24-8B97-06D4-C45B5E734FC4}"/>
                </a:ext>
              </a:extLst>
            </p:cNvPr>
            <p:cNvCxnSpPr>
              <a:cxnSpLocks/>
            </p:cNvCxnSpPr>
            <p:nvPr/>
          </p:nvCxnSpPr>
          <p:spPr>
            <a:xfrm>
              <a:off x="9640788" y="3858988"/>
              <a:ext cx="0" cy="5252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894314A7-81F6-DC5C-234F-10EC95C9D541}"/>
              </a:ext>
            </a:extLst>
          </p:cNvPr>
          <p:cNvGrpSpPr/>
          <p:nvPr/>
        </p:nvGrpSpPr>
        <p:grpSpPr>
          <a:xfrm>
            <a:off x="6337266" y="3236276"/>
            <a:ext cx="1089083" cy="486952"/>
            <a:chOff x="1837484" y="3053458"/>
            <a:chExt cx="1089083" cy="486952"/>
          </a:xfrm>
        </p:grpSpPr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35E77B23-0307-DA29-CBD3-7A7E2927544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484" y="3240328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D92B5278-12D4-E20B-E3B1-BF74B344D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484" y="3353540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46A699D1-0AA7-246B-4908-9A941645B8E7}"/>
                </a:ext>
              </a:extLst>
            </p:cNvPr>
            <p:cNvSpPr txBox="1"/>
            <p:nvPr/>
          </p:nvSpPr>
          <p:spPr>
            <a:xfrm>
              <a:off x="1900802" y="3053458"/>
              <a:ext cx="97964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用户数据 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写入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更新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637AEF12-3DDC-557C-0030-CECD1F7A2094}"/>
                </a:ext>
              </a:extLst>
            </p:cNvPr>
            <p:cNvSpPr txBox="1"/>
            <p:nvPr/>
          </p:nvSpPr>
          <p:spPr>
            <a:xfrm>
              <a:off x="1863117" y="3340355"/>
              <a:ext cx="101370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用户凭据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 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读取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4F08DA33-60F0-F5AA-B917-0ECBAFF5C6B9}"/>
              </a:ext>
            </a:extLst>
          </p:cNvPr>
          <p:cNvCxnSpPr>
            <a:cxnSpLocks/>
          </p:cNvCxnSpPr>
          <p:nvPr/>
        </p:nvCxnSpPr>
        <p:spPr>
          <a:xfrm>
            <a:off x="5458731" y="3884566"/>
            <a:ext cx="0" cy="10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8BDCB6B-A001-D898-9D42-0A6418CD6495}"/>
              </a:ext>
            </a:extLst>
          </p:cNvPr>
          <p:cNvSpPr txBox="1"/>
          <p:nvPr/>
        </p:nvSpPr>
        <p:spPr>
          <a:xfrm>
            <a:off x="5467245" y="4137839"/>
            <a:ext cx="441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用户凭据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10B55601-08A0-7AB4-DAD5-31AB874AE212}"/>
              </a:ext>
            </a:extLst>
          </p:cNvPr>
          <p:cNvCxnSpPr>
            <a:cxnSpLocks/>
          </p:cNvCxnSpPr>
          <p:nvPr/>
        </p:nvCxnSpPr>
        <p:spPr>
          <a:xfrm flipV="1">
            <a:off x="5523211" y="3884566"/>
            <a:ext cx="0" cy="10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5D038BD-E769-5055-72A9-26C29121300E}"/>
              </a:ext>
            </a:extLst>
          </p:cNvPr>
          <p:cNvSpPr txBox="1"/>
          <p:nvPr/>
        </p:nvSpPr>
        <p:spPr>
          <a:xfrm>
            <a:off x="5205013" y="3989796"/>
            <a:ext cx="297064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认证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8C8467A9-4ABD-FCD0-2C6D-D5B693CB20B1}"/>
              </a:ext>
            </a:extLst>
          </p:cNvPr>
          <p:cNvCxnSpPr>
            <a:cxnSpLocks/>
          </p:cNvCxnSpPr>
          <p:nvPr/>
        </p:nvCxnSpPr>
        <p:spPr>
          <a:xfrm>
            <a:off x="6003017" y="3884566"/>
            <a:ext cx="0" cy="10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D7EFA589-53BB-9CFA-0B3D-503688DBBE2C}"/>
              </a:ext>
            </a:extLst>
          </p:cNvPr>
          <p:cNvSpPr txBox="1"/>
          <p:nvPr/>
        </p:nvSpPr>
        <p:spPr>
          <a:xfrm>
            <a:off x="6011531" y="4137839"/>
            <a:ext cx="441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个人资料信息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更新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3BD0F86E-7167-A0A6-90A8-B6587EFF3A24}"/>
              </a:ext>
            </a:extLst>
          </p:cNvPr>
          <p:cNvCxnSpPr>
            <a:cxnSpLocks/>
          </p:cNvCxnSpPr>
          <p:nvPr/>
        </p:nvCxnSpPr>
        <p:spPr>
          <a:xfrm flipV="1">
            <a:off x="6067497" y="3884566"/>
            <a:ext cx="0" cy="10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12108994-E8A0-4387-B59B-9F2FC2BC486B}"/>
              </a:ext>
            </a:extLst>
          </p:cNvPr>
          <p:cNvSpPr txBox="1"/>
          <p:nvPr/>
        </p:nvSpPr>
        <p:spPr>
          <a:xfrm>
            <a:off x="5753654" y="3915770"/>
            <a:ext cx="2970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个人资料 查询结果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F46836EF-169D-75F9-CF55-63216C24C684}"/>
              </a:ext>
            </a:extLst>
          </p:cNvPr>
          <p:cNvGrpSpPr/>
          <p:nvPr/>
        </p:nvGrpSpPr>
        <p:grpSpPr>
          <a:xfrm>
            <a:off x="4046625" y="4946513"/>
            <a:ext cx="1089083" cy="587640"/>
            <a:chOff x="1837484" y="2952770"/>
            <a:chExt cx="1089083" cy="587640"/>
          </a:xfrm>
        </p:grpSpPr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EAF352A6-48E7-42F3-A191-603BA13A2CED}"/>
                </a:ext>
              </a:extLst>
            </p:cNvPr>
            <p:cNvCxnSpPr>
              <a:cxnSpLocks/>
            </p:cNvCxnSpPr>
            <p:nvPr/>
          </p:nvCxnSpPr>
          <p:spPr>
            <a:xfrm>
              <a:off x="1837484" y="3240328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4FD20DB6-CEFE-F42C-7822-9E6AA768C6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484" y="3353540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4C67E793-5927-1A95-7A6E-C798160AF60A}"/>
                </a:ext>
              </a:extLst>
            </p:cNvPr>
            <p:cNvSpPr txBox="1"/>
            <p:nvPr/>
          </p:nvSpPr>
          <p:spPr>
            <a:xfrm>
              <a:off x="1903168" y="2952770"/>
              <a:ext cx="9796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航班信息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实时状态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机场状态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29A44E0C-BD52-076A-6F0E-8F998FD42841}"/>
                </a:ext>
              </a:extLst>
            </p:cNvPr>
            <p:cNvSpPr txBox="1"/>
            <p:nvPr/>
          </p:nvSpPr>
          <p:spPr>
            <a:xfrm>
              <a:off x="1863117" y="3340355"/>
              <a:ext cx="101370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航班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机场查询参数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DB9BDCA1-E9D5-3354-2C23-8B7C360A036B}"/>
              </a:ext>
            </a:extLst>
          </p:cNvPr>
          <p:cNvCxnSpPr>
            <a:cxnSpLocks/>
          </p:cNvCxnSpPr>
          <p:nvPr/>
        </p:nvCxnSpPr>
        <p:spPr>
          <a:xfrm>
            <a:off x="2836828" y="4334333"/>
            <a:ext cx="0" cy="5018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9C69F46C-D254-BCF4-6492-84FD28BE3010}"/>
              </a:ext>
            </a:extLst>
          </p:cNvPr>
          <p:cNvSpPr txBox="1"/>
          <p:nvPr/>
        </p:nvSpPr>
        <p:spPr>
          <a:xfrm>
            <a:off x="2405854" y="3619028"/>
            <a:ext cx="9437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实时航班动态数据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853E5D0C-411C-C965-389B-FABD9497C865}"/>
              </a:ext>
            </a:extLst>
          </p:cNvPr>
          <p:cNvCxnSpPr>
            <a:cxnSpLocks/>
          </p:cNvCxnSpPr>
          <p:nvPr/>
        </p:nvCxnSpPr>
        <p:spPr>
          <a:xfrm flipV="1">
            <a:off x="2901308" y="4334333"/>
            <a:ext cx="0" cy="5018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F4504C4E-D1BA-1BD4-4F42-3D77327AC168}"/>
              </a:ext>
            </a:extLst>
          </p:cNvPr>
          <p:cNvSpPr txBox="1"/>
          <p:nvPr/>
        </p:nvSpPr>
        <p:spPr>
          <a:xfrm>
            <a:off x="2485111" y="4345047"/>
            <a:ext cx="397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航班数据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2472FEE1-9CE4-ECBA-BF9F-A45E479E3EE9}"/>
              </a:ext>
            </a:extLst>
          </p:cNvPr>
          <p:cNvSpPr txBox="1"/>
          <p:nvPr/>
        </p:nvSpPr>
        <p:spPr>
          <a:xfrm>
            <a:off x="2877719" y="4345047"/>
            <a:ext cx="5619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实时航班状态更新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写入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7A0A980D-5EA8-16DE-5EDA-2428E05B160A}"/>
              </a:ext>
            </a:extLst>
          </p:cNvPr>
          <p:cNvGrpSpPr/>
          <p:nvPr/>
        </p:nvGrpSpPr>
        <p:grpSpPr>
          <a:xfrm>
            <a:off x="6374883" y="4854383"/>
            <a:ext cx="1159012" cy="486952"/>
            <a:chOff x="1811121" y="3053458"/>
            <a:chExt cx="1159012" cy="486952"/>
          </a:xfrm>
        </p:grpSpPr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43B59A08-1E7C-D946-2342-07E63E21955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484" y="3240328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37B113D4-8944-EB58-416C-0E9A96DF64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484" y="3353540"/>
              <a:ext cx="108908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AB87AE88-2C9B-319B-8868-098972CF4BD5}"/>
                </a:ext>
              </a:extLst>
            </p:cNvPr>
            <p:cNvSpPr txBox="1"/>
            <p:nvPr/>
          </p:nvSpPr>
          <p:spPr>
            <a:xfrm>
              <a:off x="1811121" y="3053458"/>
              <a:ext cx="1159012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行程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订单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机票查看请求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823B498E-09B5-C84C-AE84-9E0F1AE1E1EB}"/>
                </a:ext>
              </a:extLst>
            </p:cNvPr>
            <p:cNvSpPr txBox="1"/>
            <p:nvPr/>
          </p:nvSpPr>
          <p:spPr>
            <a:xfrm>
              <a:off x="1863117" y="3340355"/>
              <a:ext cx="101370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行程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订单</a:t>
              </a:r>
              <a:r>
                <a:rPr lang="en-US" altLang="zh-CN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700" b="1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机票详情</a:t>
              </a:r>
              <a:endParaRPr lang="zh-CN" altLang="en-US" sz="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4F976AF8-933F-EDE5-CBCF-85FE93772F44}"/>
              </a:ext>
            </a:extLst>
          </p:cNvPr>
          <p:cNvCxnSpPr>
            <a:cxnSpLocks/>
          </p:cNvCxnSpPr>
          <p:nvPr/>
        </p:nvCxnSpPr>
        <p:spPr>
          <a:xfrm>
            <a:off x="8089609" y="3718559"/>
            <a:ext cx="0" cy="10864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文本框 230">
            <a:extLst>
              <a:ext uri="{FF2B5EF4-FFF2-40B4-BE49-F238E27FC236}">
                <a16:creationId xmlns:a16="http://schemas.microsoft.com/office/drawing/2014/main" id="{29ACAEF2-82F6-E88D-5E33-BAE2BB10850E}"/>
              </a:ext>
            </a:extLst>
          </p:cNvPr>
          <p:cNvSpPr txBox="1"/>
          <p:nvPr/>
        </p:nvSpPr>
        <p:spPr>
          <a:xfrm>
            <a:off x="7728876" y="3915299"/>
            <a:ext cx="41907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用户数据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读取，用于关联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7DEE838C-7033-111A-B949-08162329A6C0}"/>
              </a:ext>
            </a:extLst>
          </p:cNvPr>
          <p:cNvCxnSpPr>
            <a:cxnSpLocks/>
          </p:cNvCxnSpPr>
          <p:nvPr/>
        </p:nvCxnSpPr>
        <p:spPr>
          <a:xfrm flipV="1">
            <a:off x="10543050" y="3694115"/>
            <a:ext cx="0" cy="5018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2EE5BF97-6DBF-F5FA-86F4-AC30C898B275}"/>
              </a:ext>
            </a:extLst>
          </p:cNvPr>
          <p:cNvSpPr txBox="1"/>
          <p:nvPr/>
        </p:nvSpPr>
        <p:spPr>
          <a:xfrm>
            <a:off x="10519461" y="3704829"/>
            <a:ext cx="5619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支付状态更新</a:t>
            </a:r>
            <a:endParaRPr lang="en-US" altLang="zh-CN" sz="700" b="1" i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写入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DDF20F08-BDE8-C6CC-A1DA-AA659599A310}"/>
              </a:ext>
            </a:extLst>
          </p:cNvPr>
          <p:cNvCxnSpPr>
            <a:cxnSpLocks/>
          </p:cNvCxnSpPr>
          <p:nvPr/>
        </p:nvCxnSpPr>
        <p:spPr>
          <a:xfrm>
            <a:off x="10486349" y="5033332"/>
            <a:ext cx="0" cy="343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4C56C914-90FD-A7F5-E61F-62AB886F783C}"/>
              </a:ext>
            </a:extLst>
          </p:cNvPr>
          <p:cNvCxnSpPr>
            <a:cxnSpLocks/>
          </p:cNvCxnSpPr>
          <p:nvPr/>
        </p:nvCxnSpPr>
        <p:spPr>
          <a:xfrm flipV="1">
            <a:off x="10550829" y="5033332"/>
            <a:ext cx="0" cy="343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8F7420F5-4EBB-6DEA-4E06-CC5977537695}"/>
              </a:ext>
            </a:extLst>
          </p:cNvPr>
          <p:cNvSpPr txBox="1"/>
          <p:nvPr/>
        </p:nvSpPr>
        <p:spPr>
          <a:xfrm>
            <a:off x="10150928" y="4997785"/>
            <a:ext cx="3816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支付请求信息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D5FFEB2E-6291-496F-F912-7A90F541D530}"/>
              </a:ext>
            </a:extLst>
          </p:cNvPr>
          <p:cNvSpPr txBox="1"/>
          <p:nvPr/>
        </p:nvSpPr>
        <p:spPr>
          <a:xfrm>
            <a:off x="10527240" y="4992341"/>
            <a:ext cx="4346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支付结果通知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D5D3A46A-397A-6710-753F-2EE3E0005F4C}"/>
              </a:ext>
            </a:extLst>
          </p:cNvPr>
          <p:cNvCxnSpPr>
            <a:cxnSpLocks/>
          </p:cNvCxnSpPr>
          <p:nvPr/>
        </p:nvCxnSpPr>
        <p:spPr>
          <a:xfrm flipH="1">
            <a:off x="8415232" y="3521307"/>
            <a:ext cx="1473800" cy="12836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>
            <a:extLst>
              <a:ext uri="{FF2B5EF4-FFF2-40B4-BE49-F238E27FC236}">
                <a16:creationId xmlns:a16="http://schemas.microsoft.com/office/drawing/2014/main" id="{5A6B3933-24A7-1918-BB81-F7F396ACC218}"/>
              </a:ext>
            </a:extLst>
          </p:cNvPr>
          <p:cNvSpPr txBox="1"/>
          <p:nvPr/>
        </p:nvSpPr>
        <p:spPr>
          <a:xfrm>
            <a:off x="8743799" y="3806225"/>
            <a:ext cx="41907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交易数据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138CFC26-3C5A-87CF-E223-B62D06019B43}"/>
              </a:ext>
            </a:extLst>
          </p:cNvPr>
          <p:cNvCxnSpPr>
            <a:cxnSpLocks/>
          </p:cNvCxnSpPr>
          <p:nvPr/>
        </p:nvCxnSpPr>
        <p:spPr>
          <a:xfrm>
            <a:off x="6396550" y="5485603"/>
            <a:ext cx="11059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文本框 251">
            <a:extLst>
              <a:ext uri="{FF2B5EF4-FFF2-40B4-BE49-F238E27FC236}">
                <a16:creationId xmlns:a16="http://schemas.microsoft.com/office/drawing/2014/main" id="{262287DA-5BB7-4EE1-AB06-F00136C90355}"/>
              </a:ext>
            </a:extLst>
          </p:cNvPr>
          <p:cNvSpPr txBox="1"/>
          <p:nvPr/>
        </p:nvSpPr>
        <p:spPr>
          <a:xfrm>
            <a:off x="6461956" y="5485603"/>
            <a:ext cx="9425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购票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支付指令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BD47EC2C-59F6-800E-652C-174D1FC8A9EF}"/>
              </a:ext>
            </a:extLst>
          </p:cNvPr>
          <p:cNvCxnSpPr>
            <a:cxnSpLocks/>
          </p:cNvCxnSpPr>
          <p:nvPr/>
        </p:nvCxnSpPr>
        <p:spPr>
          <a:xfrm flipV="1">
            <a:off x="8539603" y="3573416"/>
            <a:ext cx="1367706" cy="11871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文本框 260">
            <a:extLst>
              <a:ext uri="{FF2B5EF4-FFF2-40B4-BE49-F238E27FC236}">
                <a16:creationId xmlns:a16="http://schemas.microsoft.com/office/drawing/2014/main" id="{24365BD9-DD63-FC0F-F320-4D71501479A5}"/>
              </a:ext>
            </a:extLst>
          </p:cNvPr>
          <p:cNvSpPr txBox="1"/>
          <p:nvPr/>
        </p:nvSpPr>
        <p:spPr>
          <a:xfrm>
            <a:off x="8986771" y="4251889"/>
            <a:ext cx="419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机票记录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写入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2324F30F-7976-6D96-0A33-D45D14BAF32F}"/>
              </a:ext>
            </a:extLst>
          </p:cNvPr>
          <p:cNvCxnSpPr>
            <a:cxnSpLocks/>
          </p:cNvCxnSpPr>
          <p:nvPr/>
        </p:nvCxnSpPr>
        <p:spPr>
          <a:xfrm>
            <a:off x="8789162" y="4941645"/>
            <a:ext cx="11059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文本框 262">
            <a:extLst>
              <a:ext uri="{FF2B5EF4-FFF2-40B4-BE49-F238E27FC236}">
                <a16:creationId xmlns:a16="http://schemas.microsoft.com/office/drawing/2014/main" id="{92FA4B70-F0B2-5542-477B-18DE0B4F3EF1}"/>
              </a:ext>
            </a:extLst>
          </p:cNvPr>
          <p:cNvSpPr txBox="1"/>
          <p:nvPr/>
        </p:nvSpPr>
        <p:spPr>
          <a:xfrm>
            <a:off x="8751772" y="4941645"/>
            <a:ext cx="114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支付请求信息 </a:t>
            </a:r>
            <a:endParaRPr lang="en-US" altLang="zh-CN" sz="700" b="1" i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从订单管理到支付处理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98DE99DE-F9F9-6705-F167-C84C5D5C979A}"/>
              </a:ext>
            </a:extLst>
          </p:cNvPr>
          <p:cNvGrpSpPr/>
          <p:nvPr/>
        </p:nvGrpSpPr>
        <p:grpSpPr>
          <a:xfrm flipV="1">
            <a:off x="2277798" y="4334332"/>
            <a:ext cx="5870156" cy="1445367"/>
            <a:chOff x="2766332" y="182336"/>
            <a:chExt cx="2197554" cy="2656863"/>
          </a:xfrm>
        </p:grpSpPr>
        <p:cxnSp>
          <p:nvCxnSpPr>
            <p:cNvPr id="267" name="直接箭头连接符 266">
              <a:extLst>
                <a:ext uri="{FF2B5EF4-FFF2-40B4-BE49-F238E27FC236}">
                  <a16:creationId xmlns:a16="http://schemas.microsoft.com/office/drawing/2014/main" id="{27127CF6-03DC-847D-4481-2CFA0E1FBD4F}"/>
                </a:ext>
              </a:extLst>
            </p:cNvPr>
            <p:cNvCxnSpPr>
              <a:cxnSpLocks/>
            </p:cNvCxnSpPr>
            <p:nvPr/>
          </p:nvCxnSpPr>
          <p:spPr>
            <a:xfrm>
              <a:off x="4959013" y="195941"/>
              <a:ext cx="0" cy="2506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8541520A-74BE-0A34-6C95-210229F27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4927C03B-4279-155F-A9D4-A25BE44997F0}"/>
                </a:ext>
              </a:extLst>
            </p:cNvPr>
            <p:cNvCxnSpPr>
              <a:cxnSpLocks/>
            </p:cNvCxnSpPr>
            <p:nvPr/>
          </p:nvCxnSpPr>
          <p:spPr>
            <a:xfrm>
              <a:off x="2766332" y="182336"/>
              <a:ext cx="0" cy="265686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文本框 270">
            <a:extLst>
              <a:ext uri="{FF2B5EF4-FFF2-40B4-BE49-F238E27FC236}">
                <a16:creationId xmlns:a16="http://schemas.microsoft.com/office/drawing/2014/main" id="{42CC050D-2F1A-E5B4-DB60-03E95CF57931}"/>
              </a:ext>
            </a:extLst>
          </p:cNvPr>
          <p:cNvSpPr txBox="1"/>
          <p:nvPr/>
        </p:nvSpPr>
        <p:spPr>
          <a:xfrm>
            <a:off x="4444230" y="5585456"/>
            <a:ext cx="170494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航班数据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读取，用于关联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6F3EF336-C9E2-DAD3-7FEF-2B659095BA99}"/>
              </a:ext>
            </a:extLst>
          </p:cNvPr>
          <p:cNvGrpSpPr/>
          <p:nvPr/>
        </p:nvGrpSpPr>
        <p:grpSpPr>
          <a:xfrm flipV="1">
            <a:off x="1475013" y="3765730"/>
            <a:ext cx="6793576" cy="2231286"/>
            <a:chOff x="2766332" y="182336"/>
            <a:chExt cx="2197554" cy="3863828"/>
          </a:xfrm>
        </p:grpSpPr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27BC29B9-BF4D-5F33-C51A-592BA9CB330D}"/>
                </a:ext>
              </a:extLst>
            </p:cNvPr>
            <p:cNvCxnSpPr>
              <a:cxnSpLocks/>
            </p:cNvCxnSpPr>
            <p:nvPr/>
          </p:nvCxnSpPr>
          <p:spPr>
            <a:xfrm>
              <a:off x="4959013" y="195940"/>
              <a:ext cx="0" cy="59500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D21699A2-128F-6915-623E-8C4613531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18DC8146-289E-50BF-6543-65535A36937A}"/>
                </a:ext>
              </a:extLst>
            </p:cNvPr>
            <p:cNvCxnSpPr>
              <a:cxnSpLocks/>
            </p:cNvCxnSpPr>
            <p:nvPr/>
          </p:nvCxnSpPr>
          <p:spPr>
            <a:xfrm>
              <a:off x="2766332" y="182336"/>
              <a:ext cx="0" cy="38638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B8E425A2-B083-7388-2258-2AFAE418B199}"/>
              </a:ext>
            </a:extLst>
          </p:cNvPr>
          <p:cNvGrpSpPr/>
          <p:nvPr/>
        </p:nvGrpSpPr>
        <p:grpSpPr>
          <a:xfrm flipV="1">
            <a:off x="1413829" y="3766368"/>
            <a:ext cx="6936919" cy="2267210"/>
            <a:chOff x="2766332" y="182336"/>
            <a:chExt cx="2197554" cy="3863828"/>
          </a:xfrm>
        </p:grpSpPr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37B32CAA-EB2E-ACB9-201C-E68E260AC824}"/>
                </a:ext>
              </a:extLst>
            </p:cNvPr>
            <p:cNvCxnSpPr>
              <a:cxnSpLocks/>
            </p:cNvCxnSpPr>
            <p:nvPr/>
          </p:nvCxnSpPr>
          <p:spPr>
            <a:xfrm>
              <a:off x="4959013" y="195939"/>
              <a:ext cx="0" cy="64766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5C4A9209-F4C6-FCB0-ADBB-DB2E9EE84C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332" y="195941"/>
              <a:ext cx="219755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12419604-19F4-3DCC-CFF5-E28C8774E508}"/>
                </a:ext>
              </a:extLst>
            </p:cNvPr>
            <p:cNvCxnSpPr>
              <a:cxnSpLocks/>
            </p:cNvCxnSpPr>
            <p:nvPr/>
          </p:nvCxnSpPr>
          <p:spPr>
            <a:xfrm>
              <a:off x="2766332" y="182336"/>
              <a:ext cx="0" cy="3863828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文本框 285">
            <a:extLst>
              <a:ext uri="{FF2B5EF4-FFF2-40B4-BE49-F238E27FC236}">
                <a16:creationId xmlns:a16="http://schemas.microsoft.com/office/drawing/2014/main" id="{F34641D7-83BD-3D93-0360-945856034F62}"/>
              </a:ext>
            </a:extLst>
          </p:cNvPr>
          <p:cNvSpPr txBox="1"/>
          <p:nvPr/>
        </p:nvSpPr>
        <p:spPr>
          <a:xfrm>
            <a:off x="4444230" y="5797380"/>
            <a:ext cx="170494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乘客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机票查询参数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26C4F120-753D-6BDD-2A3D-A93D5978DC96}"/>
              </a:ext>
            </a:extLst>
          </p:cNvPr>
          <p:cNvSpPr txBox="1"/>
          <p:nvPr/>
        </p:nvSpPr>
        <p:spPr>
          <a:xfrm>
            <a:off x="4444230" y="6030713"/>
            <a:ext cx="170494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乘客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订单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机票详情 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</a:t>
            </a:r>
            <a:r>
              <a:rPr lang="en-US" altLang="zh-CN" sz="700" b="1" i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7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2A77F09D-652A-2605-40C0-483B2CD58AFA}"/>
              </a:ext>
            </a:extLst>
          </p:cNvPr>
          <p:cNvCxnSpPr>
            <a:cxnSpLocks/>
          </p:cNvCxnSpPr>
          <p:nvPr/>
        </p:nvCxnSpPr>
        <p:spPr>
          <a:xfrm flipH="1">
            <a:off x="2939140" y="3717056"/>
            <a:ext cx="659374" cy="1158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57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322</Words>
  <Application>Microsoft Office PowerPoint</Application>
  <PresentationFormat>宽屏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Lifeng Zhang</dc:creator>
  <cp:lastModifiedBy>Lifeng Zhang</cp:lastModifiedBy>
  <cp:revision>4</cp:revision>
  <dcterms:created xsi:type="dcterms:W3CDTF">2025-04-22T09:43:09Z</dcterms:created>
  <dcterms:modified xsi:type="dcterms:W3CDTF">2025-04-22T15:35:16Z</dcterms:modified>
</cp:coreProperties>
</file>